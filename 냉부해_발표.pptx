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Malgun Gothic"/>
              </a:rPr>
              <a:t>냉부해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algun Gothic"/>
              </a:rPr>
              <a:t>스마트 냉장고 식재료 관리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14800"/>
            <a:ext cx="9144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Capstone Project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Spring Boot   ·   React   ·   Flutter   ·  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What is 냉부해?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Malgun Gothic"/>
              </a:rPr>
              <a:t>냉장고 속 식재료를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E86DE"/>
                </a:solidFill>
                <a:latin typeface="Malgun Gothic"/>
              </a:rPr>
              <a:t>끝까지 활용하는 AI 식생활 도우미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Malgun Gothic"/>
              </a:rPr>
              <a:t>식재료 등록부터 영양 분석, 레시피·식단 추천까지
냉장고를 들여다보는 모든 순간을 더 똑똑하게.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737360"/>
            <a:ext cx="393192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7452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920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Malgun Gothic"/>
              </a:rPr>
              <a:t>낭비 제로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3172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유통기한 임박 알림 +
사용 가능한 레시피 추천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291839"/>
            <a:ext cx="393192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428999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4747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Malgun Gothic"/>
              </a:rPr>
              <a:t>AI 기반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886199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Gemini로 영양·레시피·식단을
실시간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846320"/>
            <a:ext cx="393192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98348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029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Malgun Gothic"/>
              </a:rPr>
              <a:t>멀티 플랫폼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440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웹·앱 동시 제공으로
언제 어디서나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828800"/>
            <a:ext cx="320040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Web (React + Vite)
Vercel 배포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828800"/>
            <a:ext cx="3200400" cy="10972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Mobile App (Flutter)
APK 직접 배포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657600"/>
            <a:ext cx="3200400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Backend (Spring Boot)
JPA · MySQL · JWT
Render 배포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657600"/>
            <a:ext cx="3200400" cy="128016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AI Server (Gemini)
영양 · 레시피 · 식단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5394960"/>
            <a:ext cx="7589520" cy="82296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3949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Sentry  ·  실시간 에러 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7F8C8D"/>
                </a:solidFill>
                <a:latin typeface="Malgun Gothic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9260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7F8C8D"/>
                </a:solidFill>
                <a:latin typeface="Malgun Gothic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인증 &amp;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일반 로그인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아이디 + 비밀번호 기반 회원가입 / 로그인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JWT 토큰 발급 (Access + Refresh)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토큰 재발급 엔드포인트로 세션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소셜 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카카오 · 네이버 · 구글 OAuth 2.0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버튼 디자인 통일 (높이 일치, 카카오 로고만 강조)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Vercel SPA fallback 추가로 OAuth 콜백 안정화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828800"/>
            <a:ext cx="4572000" cy="457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1031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AC84"/>
                </a:solidFill>
                <a:latin typeface="Malgun Gothic"/>
              </a:rPr>
              <a:t>💡 사용자 경험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5176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Malgun Gothic"/>
              </a:rPr>
              <a:t>기존 회원이 아니어도
사용하던 SNS 계정으로
3초 만에 시작.
프로필·식재료 데이터는
모두 백엔드 DB에 안전하게
저장됩니다.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식재료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Ingredients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식재료 등록 · 수정 · 삭제 (수량 · 단위 · 유통기한)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카테고리(채소 🥦, 육류 🥩, 과일 🍎 등) · 보관 방법(냉장 ❄️, 냉동, 실온) 분류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드롭다운 Select 3종으로 한 줄 필터 — 모바일 친화적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유통기한 임박 식재료 강조 표시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이모지 기반 시각적 구분으로 한눈에 파악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828800"/>
            <a:ext cx="4023360" cy="457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E86DE"/>
                </a:solidFill>
                <a:latin typeface="Malgun Gothic"/>
              </a:rPr>
              <a:t>📋 내 식재료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560320"/>
            <a:ext cx="1097280" cy="4572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5603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카테고리 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2560320"/>
            <a:ext cx="1097280" cy="4572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5603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보관 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2560320"/>
            <a:ext cx="1097280" cy="457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0" y="256032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정렬 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29184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329184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algun Gothic"/>
              </a:rPr>
              <a:t>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918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Malgun Gothic"/>
              </a:rPr>
              <a:t>브로콜리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2918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7F8C8D"/>
                </a:solidFill>
                <a:latin typeface="Malgun Gothic"/>
              </a:rPr>
              <a:t>1송이 · D-3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88620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388620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algun Gothic"/>
              </a:rPr>
              <a:t>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8862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Malgun Gothic"/>
              </a:rPr>
              <a:t>삼겹살 300g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88620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7F8C8D"/>
                </a:solidFill>
                <a:latin typeface="Malgun Gothic"/>
              </a:rPr>
              <a:t>냉동 · D-14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48056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448056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algun Gothic"/>
              </a:rPr>
              <a:t>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805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Malgun Gothic"/>
              </a:rPr>
              <a:t>사과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48056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7F8C8D"/>
                </a:solidFill>
                <a:latin typeface="Malgun Gothic"/>
              </a:rPr>
              <a:t>5개 · D-5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507492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507492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algun Gothic"/>
              </a:rPr>
              <a:t>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0749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Malgun Gothic"/>
              </a:rPr>
              <a:t>달걀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50749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7F8C8D"/>
                </a:solidFill>
                <a:latin typeface="Malgun Gothic"/>
              </a:rPr>
              <a:t>10구 · D-7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5669280"/>
            <a:ext cx="3474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0" y="566928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algun Gothic"/>
              </a:rPr>
              <a:t>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6692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Malgun Gothic"/>
              </a:rPr>
              <a:t>양배추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56692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E5A52"/>
                </a:solidFill>
                <a:latin typeface="Malgun Gothic"/>
              </a:rPr>
              <a:t>1통 · D-2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영양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Nutrition Analysis · powered by Gemini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내 식재료의 영양정보를 자동 집계 → 차트로 시각화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내장 DB(23종)로 못 잡는 브랜드 · 가공식품은 Gemini로 실시간 조회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POST /api/ingredients/nutrition — 백엔드가 AI 호출 + 캐싱</a:t>
            </a:r>
          </a:p>
          <a:p>
            <a:pPr algn="l">
              <a:lnSpc>
                <a:spcPct val="140000"/>
              </a:lnSpc>
            </a:pPr>
            <a:r>
              <a:rPr sz="16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600">
                <a:solidFill>
                  <a:srgbClr val="2C3E50"/>
                </a:solidFill>
                <a:latin typeface="Malgun Gothic"/>
              </a:rPr>
              <a:t>차트 x축 긴 식재료명 회전 · 말줄임 + 툴팁으로 전체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29200"/>
            <a:ext cx="685800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E5A52"/>
                </a:solidFill>
                <a:latin typeface="Malgun Gothic"/>
              </a:rPr>
              <a:t>🐛 칼로리 버그 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algun Gothic"/>
              </a:rPr>
              <a:t>수량이 개·팩 단위인데 quantity/100을 곱해 150×0.02=3kcal로 표시되던 문제 수정.
식재료 페이지와 동일하게 100g 기준 값을 그대로 노출.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828800"/>
            <a:ext cx="3749039" cy="457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Malgun Gothic"/>
              </a:rPr>
              <a:t>📊 영양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51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탄수화물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743200"/>
            <a:ext cx="210312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2743200"/>
            <a:ext cx="1787651" cy="2286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3375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단백질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3429000"/>
            <a:ext cx="210312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3429000"/>
            <a:ext cx="1367028" cy="2286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023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지방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4114800"/>
            <a:ext cx="210312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4114800"/>
            <a:ext cx="946403" cy="22860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709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나트륨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4800600"/>
            <a:ext cx="210312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4800600"/>
            <a:ext cx="630936" cy="2286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53949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당류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5486400"/>
            <a:ext cx="210312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5486400"/>
            <a:ext cx="52578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레시피 추천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Recipes · 시드 76개 + AI 추천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기본 레시피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858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시드 76개 (마라탕 · 로제 · 포케 등 인기 메뉴 포함, 8 → 40 → 76 확장)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이름 검색 + 8개씩 페이지네이션 (게시판식 5블록 [1-5][6-10])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탭별 개수 표시 (전체 / 만들 수 있는 / 즐겨찾기)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AC84"/>
                </a:solidFill>
                <a:latin typeface="Malgun Gothic"/>
              </a:rPr>
              <a:t>✨ AI 추천 모달 (2단계)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Step 1 — 등록된 식재료 다중 선택 (그리드)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Step 2 — 요리 스타일 선택 (한식·중식·일식·양식 등 10종)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POST /recipe/ai-recommend → Gemini 추천 결과 반환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828800"/>
            <a:ext cx="365760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205740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rgbClr val="2C3E50"/>
                </a:solidFill>
                <a:latin typeface="Malgun Gothic"/>
              </a:rPr>
              <a:t>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99" y="20574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Malgun Gothic"/>
              </a:rPr>
              <a:t>마라탕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9" y="2514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Malgun Gothic"/>
              </a:rPr>
              <a:t>매운맛 · 30분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79" y="20574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E5A52"/>
                </a:solidFill>
                <a:latin typeface="Malgun Gothic"/>
              </a:rPr>
              <a:t>★ 4.8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383280"/>
            <a:ext cx="365760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361188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rgbClr val="2C3E50"/>
                </a:solidFill>
                <a:latin typeface="Malgun Gothic"/>
              </a:rPr>
              <a:t>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611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Malgun Gothic"/>
              </a:rPr>
              <a:t>로제 파스타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4069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Malgun Gothic"/>
              </a:rPr>
              <a:t>양식 · 20분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79" y="36118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E5A52"/>
                </a:solidFill>
                <a:latin typeface="Malgun Gothic"/>
              </a:rPr>
              <a:t>★ 4.6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4937760"/>
            <a:ext cx="3657600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5166360"/>
            <a:ext cx="731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rgbClr val="2C3E50"/>
                </a:solidFill>
                <a:latin typeface="Malgun Gothic"/>
              </a:rPr>
              <a:t>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5166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Malgun Gothic"/>
              </a:rPr>
              <a:t>치킨 포케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5623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Malgun Gothic"/>
              </a:rPr>
              <a:t>샐러드 · 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79" y="51663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E5A52"/>
                </a:solidFill>
                <a:latin typeface="Malgun Gothic"/>
              </a:rPr>
              <a:t>★ 4.7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식단 추천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Meal Plan · AI 식단 생성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858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POST /api/recipes/meal-plan — Gemini로 끼니별 식단 생성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끼니 적합성(아침엔 가볍게 등) · 다양성(같은 메뉴 반복 방지) 고려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응답 실패 시 규칙 기반 순환 fallback으로 안정성 확보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기존 버그: .find()로 첫 레시피만 고정 선택 → 매일 같은 메뉴 → 수정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3931920" cy="457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Malgun Gothic"/>
              </a:rPr>
              <a:t>📅 오늘의 식단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56032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6517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Malgun Gothic"/>
              </a:rPr>
              <a:t>🌅 아침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9443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algun Gothic"/>
              </a:rPr>
              <a:t>토스트 + 계란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8163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E5A52"/>
                </a:solidFill>
                <a:latin typeface="Malgun Gothic"/>
              </a:rPr>
              <a:t>320 kcal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47472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566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Malgun Gothic"/>
              </a:rPr>
              <a:t>☀️ 점심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8587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algun Gothic"/>
              </a:rPr>
              <a:t>치킨 샐러드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37307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E5A52"/>
                </a:solidFill>
                <a:latin typeface="Malgun Gothic"/>
              </a:rPr>
              <a:t>450 kcal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38912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4805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Malgun Gothic"/>
              </a:rPr>
              <a:t>🌙 저녁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47731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algun Gothic"/>
              </a:rPr>
              <a:t>연어 스테이크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46451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E5A52"/>
                </a:solidFill>
                <a:latin typeface="Malgun Gothic"/>
              </a:rPr>
              <a:t>580 kcal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530352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5394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86DE"/>
                </a:solidFill>
                <a:latin typeface="Malgun Gothic"/>
              </a:rPr>
              <a:t>🍪 간식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56875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  <a:latin typeface="Malgun Gothic"/>
              </a:rPr>
              <a:t>그릭 요거트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55595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EE5A52"/>
                </a:solidFill>
                <a:latin typeface="Malgun Gothic"/>
              </a:rPr>
              <a:t>150 kcal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배포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2103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Backend → 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Spring Boot Docker 이미지 자동 빌드 · 배포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develop 브랜치 푸시 시 auto-deploy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환경변수 주입 (DB · OAuth · Gemini · Sentry)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21031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Web → 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main 브랜치 푸시 시 자동 빌드 · CDN 배포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VITE_API_BASE_URL · VITE_SENTRY_DSN 환경변수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SPA fallback rewrite (OAuth 콜백 안정)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06240"/>
            <a:ext cx="10881360" cy="210312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Monitoring → Sentry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백엔드 · 웹 양쪽 실시간 에러 수집 (ERROR 레벨)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보수적 기본값으로 무료 한도(5K events/월) 보호 — tracesSampleRate: 0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● </a:t>
            </a:r>
            <a:r>
              <a:rPr sz="1200">
                <a:solidFill>
                  <a:srgbClr val="FFFFFF"/>
                </a:solidFill>
                <a:latin typeface="Malgun Gothic"/>
              </a:rPr>
              <a:t>DSN은 환경변수로만 주입, 코드 · 저장소에 노출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에러 모니터링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Sentry — 시연 중 사고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왜 붙였나?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배포 직후 시연 · 평가 단계에서 에러를 빠르게 인지하기 위함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500">
                <a:solidFill>
                  <a:srgbClr val="2C3E50"/>
                </a:solidFill>
                <a:latin typeface="Malgun Gothic"/>
              </a:rPr>
              <a:t>사용자가 "안 돼요"라고 말하기 전에 알람으로 먼저 알아채는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86DE"/>
                </a:solidFill>
                <a:latin typeface="Malgun Gothic"/>
              </a:rPr>
              <a:t>구성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5394960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algun Gothic"/>
              </a:rPr>
              <a:t>🪶 Backend (Spring Boot)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sentry-spring-boot-starter-jakarta 7.21
sentry.environment=prod
send-default-pii=false  (개인정보 보호)
logging.minimum-event-level=error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434840"/>
            <a:ext cx="5394960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  <a:latin typeface="Malgun Gothic"/>
              </a:rPr>
              <a:t>⚛️ Web (React + Vite)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2920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Malgun Gothic"/>
              </a:rPr>
              <a:t>@sentry/react 8.42
VITE_SENTRY_DSN 환경변수 (build-time)
PROD 빌드일 때만 init() — dev 노이즈 차단
tracesSampleRate: 0 (에러만 수집)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657600" cy="3931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Spring Boot 3 · JPA · Hibernate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MySQL (Render)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Spring Security + JWT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OAuth 2.0 (Kakao · Naver · Google)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FCM (푸시 — 앱 시점)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2E86DE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Gradle · Docker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828800"/>
            <a:ext cx="3657600" cy="64008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468880"/>
            <a:ext cx="3657600" cy="3931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6974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React 18 · Vite 6 · TypeScript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Tailwind CSS 4 · Radix UI · MUI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react-router 7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Recharts (차트)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10AC84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Sentry React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657600" cy="64008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AI &amp; 인프라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68880"/>
            <a:ext cx="3657600" cy="3931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69748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Google Gemini API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Render (백엔드)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Vercel (웹)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Sentry (모니터링)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EE5A52"/>
                </a:solidFill>
                <a:latin typeface="Malgun Gothic"/>
              </a:rPr>
              <a:t>● </a:t>
            </a:r>
            <a:r>
              <a:rPr sz="1300">
                <a:solidFill>
                  <a:srgbClr val="2C3E50"/>
                </a:solidFill>
                <a:latin typeface="Malgun Gothic"/>
              </a:rPr>
              <a:t>GitHub (impactice · MONBRUNO)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Malgun Gothic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0" cy="54864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371600" cy="82296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Phase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920240"/>
            <a:ext cx="9418320" cy="8229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92024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AC84"/>
                </a:solidFill>
                <a:latin typeface="Malgun Gothic"/>
              </a:rPr>
              <a:t>현재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0428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Malgun Gothic"/>
              </a:rPr>
              <a:t>웹 + 앱(APK) + 백엔드 + AI + Sentry 통합 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371600" cy="8229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Phase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971800"/>
            <a:ext cx="9418320" cy="8229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97180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63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86DE"/>
                </a:solidFill>
                <a:latin typeface="Malgun Gothic"/>
              </a:rPr>
              <a:t>단기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5584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Malgun Gothic"/>
              </a:rPr>
              <a:t>유통기한 임박 자동 알림 · FCM 푸시 알림 (앱)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1371600" cy="822960"/>
          </a:xfrm>
          <a:prstGeom prst="rect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4023360"/>
            <a:ext cx="9418320" cy="8229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0233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148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E5A52"/>
                </a:solidFill>
                <a:latin typeface="Malgun Gothic"/>
              </a:rPr>
              <a:t>중기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40740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Malgun Gothic"/>
              </a:rPr>
              <a:t>장보기 리스트 자동 생성 · 가족 계정 공유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74920"/>
            <a:ext cx="1371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Phase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5074920"/>
            <a:ext cx="9418320" cy="8229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507492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2C3E50"/>
                </a:solidFill>
                <a:latin typeface="Malgun Gothic"/>
              </a:rPr>
              <a:t>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66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Malgun Gothic"/>
              </a:rPr>
              <a:t>장기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45896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Malgun Gothic"/>
              </a:rPr>
              <a:t>냉장고 카메라 연동 · 영수증 OCR로 식재료 자동 등록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Malgun Gothic"/>
              </a:rPr>
              <a:t>냉부해  ·  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EE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Malgun Gothic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572000"/>
            <a:ext cx="9144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냉부해  ·  Smart Ingredient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